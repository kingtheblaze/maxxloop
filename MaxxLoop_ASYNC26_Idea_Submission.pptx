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mo Bold" charset="1" panose="020B0704020202020204"/>
      <p:regular r:id="rId12"/>
    </p:embeddedFont>
    <p:embeddedFont>
      <p:font typeface="Arimo" charset="1" panose="020B0604020202020204"/>
      <p:regular r:id="rId13"/>
    </p:embeddedFont>
    <p:embeddedFont>
      <p:font typeface="Arial Bold" charset="1" panose="020B0704020202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8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47700" y="1752600"/>
            <a:ext cx="16992600" cy="1751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0"/>
              </a:lnSpc>
            </a:pPr>
            <a:r>
              <a:rPr lang="en-US" b="true" sz="3399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HACKATHON IDEA SUBMISSION</a:t>
            </a:r>
          </a:p>
          <a:p>
            <a:pPr algn="ctr">
              <a:lnSpc>
                <a:spcPts val="4610"/>
              </a:lnSpc>
            </a:pPr>
            <a:r>
              <a:rPr lang="en-US" b="true" sz="3399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MaxxLoop Idea Submission</a:t>
            </a:r>
          </a:p>
          <a:p>
            <a:pPr algn="ctr">
              <a:lnSpc>
                <a:spcPts val="4610"/>
              </a:lnSpc>
            </a:pPr>
            <a:r>
              <a:rPr lang="en-US" b="true" sz="3399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Team details and chosen track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5118" y="4791285"/>
            <a:ext cx="16992600" cy="228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Team name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>: MaxxLoop</a:t>
            </a:r>
          </a:p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Team lead name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>: Sambhav Heda</a:t>
            </a:r>
          </a:p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USN of team members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>: 1MS23CI107, 1MS23EI053</a:t>
            </a:r>
          </a:p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Email ID and phone number of team lead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>: hedasambhav@gmail.com | 7021476814</a:t>
            </a:r>
          </a:p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Track chosen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>: Wellness &amp; Lifestyle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9528867"/>
            <a:ext cx="18288000" cy="758133"/>
            <a:chOff x="0" y="0"/>
            <a:chExt cx="24384000" cy="10108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1010793"/>
            </a:xfrm>
            <a:custGeom>
              <a:avLst/>
              <a:gdLst/>
              <a:ahLst/>
              <a:cxnLst/>
              <a:rect r="r" b="b" t="t" l="l"/>
              <a:pathLst>
                <a:path h="10107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0793"/>
                  </a:lnTo>
                  <a:lnTo>
                    <a:pt x="0" y="1010793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3783" y="180823"/>
            <a:ext cx="1203122" cy="992686"/>
            <a:chOff x="0" y="0"/>
            <a:chExt cx="1604162" cy="1323581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604137" cy="1323594"/>
            </a:xfrm>
            <a:custGeom>
              <a:avLst/>
              <a:gdLst/>
              <a:ahLst/>
              <a:cxnLst/>
              <a:rect r="r" b="b" t="t" l="l"/>
              <a:pathLst>
                <a:path h="1323594" w="1604137">
                  <a:moveTo>
                    <a:pt x="0" y="0"/>
                  </a:moveTo>
                  <a:lnTo>
                    <a:pt x="1604137" y="0"/>
                  </a:lnTo>
                  <a:lnTo>
                    <a:pt x="1604137" y="1323594"/>
                  </a:lnTo>
                  <a:lnTo>
                    <a:pt x="0" y="1323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9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262719" y="150914"/>
            <a:ext cx="754409" cy="1052665"/>
            <a:chOff x="0" y="0"/>
            <a:chExt cx="1005878" cy="1403553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05840" cy="1403604"/>
            </a:xfrm>
            <a:custGeom>
              <a:avLst/>
              <a:gdLst/>
              <a:ahLst/>
              <a:cxnLst/>
              <a:rect r="r" b="b" t="t" l="l"/>
              <a:pathLst>
                <a:path h="140360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403604"/>
                  </a:lnTo>
                  <a:lnTo>
                    <a:pt x="0" y="1403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5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847666" y="150914"/>
            <a:ext cx="1007859" cy="1007859"/>
            <a:chOff x="0" y="0"/>
            <a:chExt cx="1343812" cy="1343812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-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47057" y="150914"/>
            <a:ext cx="1007859" cy="1007859"/>
            <a:chOff x="0" y="0"/>
            <a:chExt cx="1343812" cy="1343812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" b="-1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3833527" y="343929"/>
            <a:ext cx="11042552" cy="92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b="true" sz="4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ASYNC 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406799" y="9677171"/>
            <a:ext cx="46624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8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28867"/>
            <a:ext cx="18288000" cy="758133"/>
            <a:chOff x="0" y="0"/>
            <a:chExt cx="24384000" cy="1010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010793"/>
            </a:xfrm>
            <a:custGeom>
              <a:avLst/>
              <a:gdLst/>
              <a:ahLst/>
              <a:cxnLst/>
              <a:rect r="r" b="b" t="t" l="l"/>
              <a:pathLst>
                <a:path h="10107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0793"/>
                  </a:lnTo>
                  <a:lnTo>
                    <a:pt x="0" y="1010793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3783" y="180823"/>
            <a:ext cx="1203122" cy="992686"/>
            <a:chOff x="0" y="0"/>
            <a:chExt cx="1604162" cy="132358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604137" cy="1323594"/>
            </a:xfrm>
            <a:custGeom>
              <a:avLst/>
              <a:gdLst/>
              <a:ahLst/>
              <a:cxnLst/>
              <a:rect r="r" b="b" t="t" l="l"/>
              <a:pathLst>
                <a:path h="1323594" w="1604137">
                  <a:moveTo>
                    <a:pt x="0" y="0"/>
                  </a:moveTo>
                  <a:lnTo>
                    <a:pt x="1604137" y="0"/>
                  </a:lnTo>
                  <a:lnTo>
                    <a:pt x="1604137" y="1323594"/>
                  </a:lnTo>
                  <a:lnTo>
                    <a:pt x="0" y="1323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9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62719" y="150914"/>
            <a:ext cx="754409" cy="1052665"/>
            <a:chOff x="0" y="0"/>
            <a:chExt cx="1005878" cy="14035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05840" cy="1403604"/>
            </a:xfrm>
            <a:custGeom>
              <a:avLst/>
              <a:gdLst/>
              <a:ahLst/>
              <a:cxnLst/>
              <a:rect r="r" b="b" t="t" l="l"/>
              <a:pathLst>
                <a:path h="140360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403604"/>
                  </a:lnTo>
                  <a:lnTo>
                    <a:pt x="0" y="1403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847666" y="150914"/>
            <a:ext cx="1007859" cy="1007859"/>
            <a:chOff x="0" y="0"/>
            <a:chExt cx="1343812" cy="13438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47057" y="150914"/>
            <a:ext cx="1007859" cy="1007859"/>
            <a:chOff x="0" y="0"/>
            <a:chExt cx="1343812" cy="134381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833527" y="343929"/>
            <a:ext cx="11042552" cy="92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b="true" sz="4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ASYNC 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3524" y="1803119"/>
            <a:ext cx="16916400" cy="672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3"/>
              </a:lnSpc>
            </a:pPr>
            <a:r>
              <a:rPr lang="en-US" b="true" sz="53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>What problem are you solving?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5344" y="2750648"/>
            <a:ext cx="17602200" cy="51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>State the problem clearly and explain why it matters.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3524" y="3345022"/>
            <a:ext cx="16916400" cy="1597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 Explanation: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 In 2026, students and knowledge workers have more personal data than ever, yet almost no system closes the loop between 'I feel off' → 'here is why' → 'do this one thing' → 'it helped'.</a:t>
            </a:r>
          </a:p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Who is affected: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 College students and young professionals who need deep focus and fast recovery in a high-distraction environment.</a:t>
            </a:r>
          </a:p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Why it matters: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 AI is taking over more cognitive work. The new limiting factor is attention, energy and recovery. Leaving this unsolved means continued guessing and rising burnout.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06799" y="9677171"/>
            <a:ext cx="46624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688982"/>
            <a:chOff x="0" y="0"/>
            <a:chExt cx="24384000" cy="12918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918643"/>
            </a:xfrm>
            <a:custGeom>
              <a:avLst/>
              <a:gdLst/>
              <a:ahLst/>
              <a:cxnLst/>
              <a:rect r="r" b="b" t="t" l="l"/>
              <a:pathLst>
                <a:path h="1291864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918643"/>
                  </a:lnTo>
                  <a:lnTo>
                    <a:pt x="0" y="12918643"/>
                  </a:lnTo>
                  <a:close/>
                </a:path>
              </a:pathLst>
            </a:custGeom>
            <a:solidFill>
              <a:srgbClr val="0508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28867"/>
            <a:ext cx="18288000" cy="758133"/>
            <a:chOff x="0" y="0"/>
            <a:chExt cx="24384000" cy="1010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010793"/>
            </a:xfrm>
            <a:custGeom>
              <a:avLst/>
              <a:gdLst/>
              <a:ahLst/>
              <a:cxnLst/>
              <a:rect r="r" b="b" t="t" l="l"/>
              <a:pathLst>
                <a:path h="10107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0793"/>
                  </a:lnTo>
                  <a:lnTo>
                    <a:pt x="0" y="1010793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3783" y="180823"/>
            <a:ext cx="1203122" cy="992686"/>
            <a:chOff x="0" y="0"/>
            <a:chExt cx="1604162" cy="132358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604137" cy="1323594"/>
            </a:xfrm>
            <a:custGeom>
              <a:avLst/>
              <a:gdLst/>
              <a:ahLst/>
              <a:cxnLst/>
              <a:rect r="r" b="b" t="t" l="l"/>
              <a:pathLst>
                <a:path h="1323594" w="1604137">
                  <a:moveTo>
                    <a:pt x="0" y="0"/>
                  </a:moveTo>
                  <a:lnTo>
                    <a:pt x="1604137" y="0"/>
                  </a:lnTo>
                  <a:lnTo>
                    <a:pt x="1604137" y="1323594"/>
                  </a:lnTo>
                  <a:lnTo>
                    <a:pt x="0" y="1323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9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62719" y="150914"/>
            <a:ext cx="754409" cy="1052665"/>
            <a:chOff x="0" y="0"/>
            <a:chExt cx="1005878" cy="14035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05840" cy="1403604"/>
            </a:xfrm>
            <a:custGeom>
              <a:avLst/>
              <a:gdLst/>
              <a:ahLst/>
              <a:cxnLst/>
              <a:rect r="r" b="b" t="t" l="l"/>
              <a:pathLst>
                <a:path h="140360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403604"/>
                  </a:lnTo>
                  <a:lnTo>
                    <a:pt x="0" y="1403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847666" y="150914"/>
            <a:ext cx="1007859" cy="1007859"/>
            <a:chOff x="0" y="0"/>
            <a:chExt cx="1343812" cy="13438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47057" y="150914"/>
            <a:ext cx="1007859" cy="1007859"/>
            <a:chOff x="0" y="0"/>
            <a:chExt cx="1343812" cy="134381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833527" y="343929"/>
            <a:ext cx="11042552" cy="92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b="true" sz="4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ASYNC 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5274" y="1562494"/>
            <a:ext cx="16916400" cy="67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3"/>
              </a:lnSpc>
            </a:pPr>
            <a:r>
              <a:rPr lang="en-US" b="true" sz="53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>What is your solution?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3703" y="2425402"/>
            <a:ext cx="17602200" cy="52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>Describe what you are building and how it solves the problem.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2574" y="3006328"/>
            <a:ext cx="16916400" cy="213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Solution description: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 MaxxLoop is an AI wellness companion that detects drops in focus or energy, explains the causes in plain language, recommends one high-leverage action, and verifies whether it worked.</a:t>
            </a:r>
          </a:p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How it works: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 Track signals → Understand why capacity dropped → Suggest one micro-action → Measure the next window → Learn what works for you.</a:t>
            </a:r>
          </a:p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Key features: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 Plain-language explanations, one-action recommendations, closed-loop verification, personalized learning, minimal friction (phone-first).</a:t>
            </a:r>
          </a:p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Expected outcome: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 Users stop guessing and start making small, proven adjustments that compound into better focus and recovery.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06799" y="9677171"/>
            <a:ext cx="46624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688982"/>
            <a:chOff x="0" y="0"/>
            <a:chExt cx="24384000" cy="12918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918643"/>
            </a:xfrm>
            <a:custGeom>
              <a:avLst/>
              <a:gdLst/>
              <a:ahLst/>
              <a:cxnLst/>
              <a:rect r="r" b="b" t="t" l="l"/>
              <a:pathLst>
                <a:path h="1291864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918643"/>
                  </a:lnTo>
                  <a:lnTo>
                    <a:pt x="0" y="12918643"/>
                  </a:lnTo>
                  <a:close/>
                </a:path>
              </a:pathLst>
            </a:custGeom>
            <a:solidFill>
              <a:srgbClr val="0508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28867"/>
            <a:ext cx="18288000" cy="758133"/>
            <a:chOff x="0" y="0"/>
            <a:chExt cx="24384000" cy="1010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010793"/>
            </a:xfrm>
            <a:custGeom>
              <a:avLst/>
              <a:gdLst/>
              <a:ahLst/>
              <a:cxnLst/>
              <a:rect r="r" b="b" t="t" l="l"/>
              <a:pathLst>
                <a:path h="10107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0793"/>
                  </a:lnTo>
                  <a:lnTo>
                    <a:pt x="0" y="1010793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3783" y="180823"/>
            <a:ext cx="1203122" cy="992686"/>
            <a:chOff x="0" y="0"/>
            <a:chExt cx="1604162" cy="132358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604137" cy="1323594"/>
            </a:xfrm>
            <a:custGeom>
              <a:avLst/>
              <a:gdLst/>
              <a:ahLst/>
              <a:cxnLst/>
              <a:rect r="r" b="b" t="t" l="l"/>
              <a:pathLst>
                <a:path h="1323594" w="1604137">
                  <a:moveTo>
                    <a:pt x="0" y="0"/>
                  </a:moveTo>
                  <a:lnTo>
                    <a:pt x="1604137" y="0"/>
                  </a:lnTo>
                  <a:lnTo>
                    <a:pt x="1604137" y="1323594"/>
                  </a:lnTo>
                  <a:lnTo>
                    <a:pt x="0" y="1323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9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62719" y="150914"/>
            <a:ext cx="754409" cy="1052665"/>
            <a:chOff x="0" y="0"/>
            <a:chExt cx="1005878" cy="14035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05840" cy="1403604"/>
            </a:xfrm>
            <a:custGeom>
              <a:avLst/>
              <a:gdLst/>
              <a:ahLst/>
              <a:cxnLst/>
              <a:rect r="r" b="b" t="t" l="l"/>
              <a:pathLst>
                <a:path h="140360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403604"/>
                  </a:lnTo>
                  <a:lnTo>
                    <a:pt x="0" y="1403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847666" y="150914"/>
            <a:ext cx="1007859" cy="1007859"/>
            <a:chOff x="0" y="0"/>
            <a:chExt cx="1343812" cy="13438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47057" y="150914"/>
            <a:ext cx="1007859" cy="1007859"/>
            <a:chOff x="0" y="0"/>
            <a:chExt cx="1343812" cy="134381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833527" y="343929"/>
            <a:ext cx="11042552" cy="92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b="true" sz="4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ASYNC 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5800" y="1702862"/>
            <a:ext cx="16916400" cy="67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3"/>
              </a:lnSpc>
            </a:pPr>
            <a:r>
              <a:rPr lang="en-US" b="true" sz="53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>What makes your idea different?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5800" y="2573281"/>
            <a:ext cx="17602200" cy="52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>Show what is unique about your idea and why it matters.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5344" y="3246377"/>
            <a:ext cx="16916400" cy="159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What is different: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 MaxxLoop is built around a closed feedback loop. It detects, explains, acts, measures, and learns — instead of stopping at data or generic advice.</a:t>
            </a:r>
          </a:p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Current alternative: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 Users currently rely on fitness dashboards, productivity timers, or manual self-tracking. None consistently close the full Track → Understand → Act → Measure → Improve loop.</a:t>
            </a:r>
          </a:p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Why it matters: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 People do not need more data. They need systems that help them make better decisions today and prove the decision worked.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06799" y="9677171"/>
            <a:ext cx="46624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688982"/>
            <a:chOff x="0" y="0"/>
            <a:chExt cx="24384000" cy="12918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918643"/>
            </a:xfrm>
            <a:custGeom>
              <a:avLst/>
              <a:gdLst/>
              <a:ahLst/>
              <a:cxnLst/>
              <a:rect r="r" b="b" t="t" l="l"/>
              <a:pathLst>
                <a:path h="1291864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918643"/>
                  </a:lnTo>
                  <a:lnTo>
                    <a:pt x="0" y="12918643"/>
                  </a:lnTo>
                  <a:close/>
                </a:path>
              </a:pathLst>
            </a:custGeom>
            <a:solidFill>
              <a:srgbClr val="0508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28867"/>
            <a:ext cx="18288000" cy="758133"/>
            <a:chOff x="0" y="0"/>
            <a:chExt cx="24384000" cy="1010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010793"/>
            </a:xfrm>
            <a:custGeom>
              <a:avLst/>
              <a:gdLst/>
              <a:ahLst/>
              <a:cxnLst/>
              <a:rect r="r" b="b" t="t" l="l"/>
              <a:pathLst>
                <a:path h="10107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0793"/>
                  </a:lnTo>
                  <a:lnTo>
                    <a:pt x="0" y="1010793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3783" y="180823"/>
            <a:ext cx="1203122" cy="992686"/>
            <a:chOff x="0" y="0"/>
            <a:chExt cx="1604162" cy="132358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604137" cy="1323594"/>
            </a:xfrm>
            <a:custGeom>
              <a:avLst/>
              <a:gdLst/>
              <a:ahLst/>
              <a:cxnLst/>
              <a:rect r="r" b="b" t="t" l="l"/>
              <a:pathLst>
                <a:path h="1323594" w="1604137">
                  <a:moveTo>
                    <a:pt x="0" y="0"/>
                  </a:moveTo>
                  <a:lnTo>
                    <a:pt x="1604137" y="0"/>
                  </a:lnTo>
                  <a:lnTo>
                    <a:pt x="1604137" y="1323594"/>
                  </a:lnTo>
                  <a:lnTo>
                    <a:pt x="0" y="1323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9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62719" y="150914"/>
            <a:ext cx="754409" cy="1052665"/>
            <a:chOff x="0" y="0"/>
            <a:chExt cx="1005878" cy="14035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05840" cy="1403604"/>
            </a:xfrm>
            <a:custGeom>
              <a:avLst/>
              <a:gdLst/>
              <a:ahLst/>
              <a:cxnLst/>
              <a:rect r="r" b="b" t="t" l="l"/>
              <a:pathLst>
                <a:path h="140360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403604"/>
                  </a:lnTo>
                  <a:lnTo>
                    <a:pt x="0" y="1403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847666" y="150914"/>
            <a:ext cx="1007859" cy="1007859"/>
            <a:chOff x="0" y="0"/>
            <a:chExt cx="1343812" cy="13438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47057" y="150914"/>
            <a:ext cx="1007859" cy="1007859"/>
            <a:chOff x="0" y="0"/>
            <a:chExt cx="1343812" cy="134381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833527" y="343929"/>
            <a:ext cx="11042552" cy="92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b="true" sz="4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ASYNC 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5432" y="1702862"/>
            <a:ext cx="16916400" cy="67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3"/>
              </a:lnSpc>
            </a:pPr>
            <a:r>
              <a:rPr lang="en-US" b="true" sz="53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>Can you build it?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3703" y="2533175"/>
            <a:ext cx="17602200" cy="52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>Show the smallest credible version you can demonstrate.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6603" y="3215108"/>
            <a:ext cx="16916400" cy="159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Tech stack: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 React/Next.js frontend, Python FastAPI backend, LLM for explanations, phone sensors + calendar + self-reports, PostgreSQL or local storage. Optional: Ollama for local models.</a:t>
            </a:r>
          </a:p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MVP scope: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 Working prototype that accepts signals, detects a capacity drop, generates plain-language explanation + one action, lets user log result, and shows before/after comparison.</a:t>
            </a:r>
          </a:p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Demo-day deliverable: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 Live demo of the full closed loop: capacity drop detected → clear explanation + one action → measurement of whether it helped.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06799" y="9677171"/>
            <a:ext cx="46624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688982"/>
            <a:chOff x="0" y="0"/>
            <a:chExt cx="24384000" cy="12918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918643"/>
            </a:xfrm>
            <a:custGeom>
              <a:avLst/>
              <a:gdLst/>
              <a:ahLst/>
              <a:cxnLst/>
              <a:rect r="r" b="b" t="t" l="l"/>
              <a:pathLst>
                <a:path h="1291864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918643"/>
                  </a:lnTo>
                  <a:lnTo>
                    <a:pt x="0" y="12918643"/>
                  </a:lnTo>
                  <a:close/>
                </a:path>
              </a:pathLst>
            </a:custGeom>
            <a:solidFill>
              <a:srgbClr val="0508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762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28867"/>
            <a:ext cx="18288000" cy="758133"/>
            <a:chOff x="0" y="0"/>
            <a:chExt cx="24384000" cy="1010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010793"/>
            </a:xfrm>
            <a:custGeom>
              <a:avLst/>
              <a:gdLst/>
              <a:ahLst/>
              <a:cxnLst/>
              <a:rect r="r" b="b" t="t" l="l"/>
              <a:pathLst>
                <a:path h="10107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0793"/>
                  </a:lnTo>
                  <a:lnTo>
                    <a:pt x="0" y="1010793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3783" y="180823"/>
            <a:ext cx="1203122" cy="992686"/>
            <a:chOff x="0" y="0"/>
            <a:chExt cx="1604162" cy="132358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604137" cy="1323594"/>
            </a:xfrm>
            <a:custGeom>
              <a:avLst/>
              <a:gdLst/>
              <a:ahLst/>
              <a:cxnLst/>
              <a:rect r="r" b="b" t="t" l="l"/>
              <a:pathLst>
                <a:path h="1323594" w="1604137">
                  <a:moveTo>
                    <a:pt x="0" y="0"/>
                  </a:moveTo>
                  <a:lnTo>
                    <a:pt x="1604137" y="0"/>
                  </a:lnTo>
                  <a:lnTo>
                    <a:pt x="1604137" y="1323594"/>
                  </a:lnTo>
                  <a:lnTo>
                    <a:pt x="0" y="1323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9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62719" y="150914"/>
            <a:ext cx="754409" cy="1052665"/>
            <a:chOff x="0" y="0"/>
            <a:chExt cx="1005878" cy="14035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05840" cy="1403604"/>
            </a:xfrm>
            <a:custGeom>
              <a:avLst/>
              <a:gdLst/>
              <a:ahLst/>
              <a:cxnLst/>
              <a:rect r="r" b="b" t="t" l="l"/>
              <a:pathLst>
                <a:path h="140360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403604"/>
                  </a:lnTo>
                  <a:lnTo>
                    <a:pt x="0" y="1403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847666" y="150914"/>
            <a:ext cx="1007859" cy="1007859"/>
            <a:chOff x="0" y="0"/>
            <a:chExt cx="1343812" cy="13438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47057" y="150914"/>
            <a:ext cx="1007859" cy="1007859"/>
            <a:chOff x="0" y="0"/>
            <a:chExt cx="1343812" cy="134381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833527" y="343929"/>
            <a:ext cx="11042552" cy="92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b="true" sz="4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ASYNC 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3524" y="1763020"/>
            <a:ext cx="16916400" cy="67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3"/>
              </a:lnSpc>
            </a:pPr>
            <a:r>
              <a:rPr lang="en-US" b="true" sz="53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>What will you achieve?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3524" y="2653491"/>
            <a:ext cx="17602200" cy="52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>Describe the impact you expect to create and prove.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5800" y="3246377"/>
            <a:ext cx="16916400" cy="159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Expected impact: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 Students and young professionals gain a practical system to protect focus and recover faster. Small daily improvements compound into better performance and lower burnout risk.</a:t>
            </a:r>
          </a:p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Success metric: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 Percentage of recommended actions users report as helpful + improvement in next-session focus/energy score after an action.</a:t>
            </a:r>
          </a:p>
          <a:p>
            <a:pPr algn="l" marL="651510" indent="-325755" lvl="1">
              <a:lnSpc>
                <a:spcPts val="3661"/>
              </a:lnSpc>
              <a:buFont typeface="Arial"/>
              <a:buChar char="•"/>
            </a:pPr>
            <a:r>
              <a:rPr lang="en-US" b="true" sz="27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>Demo outcome:</a:t>
            </a:r>
            <a:r>
              <a:rPr lang="en-US" sz="2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 Judges see a clear working closed loop: a drop is detected, a plain-English explanation + one action is given, and the system shows whether the action moved the needle.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06799" y="9677171"/>
            <a:ext cx="46624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DAHVhhHQldY</dc:identifier>
  <dcterms:modified xsi:type="dcterms:W3CDTF">2011-08-01T06:04:30Z</dcterms:modified>
  <cp:revision>1</cp:revision>
  <dc:title>HACKATHON IDEA SUBMISSION Hackathon Idea Submission template Fill in the basic details about your team and chosen track.</dc:title>
</cp:coreProperties>
</file>